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0475" y="2585144"/>
            <a:ext cx="8391048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 dirty="0">
                <a:solidFill>
                  <a:srgbClr val="DEFF9A"/>
                </a:solidFill>
                <a:latin typeface="Space Grotesk"/>
              </a:rPr>
              <a:t>Coding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1337" y="3529905"/>
            <a:ext cx="6029325" cy="710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 dirty="0">
                <a:solidFill>
                  <a:srgbClr val="CBD5E1"/>
                </a:solidFill>
                <a:latin typeface="Inter"/>
              </a:rPr>
              <a:t>Can You Confidently Crack the Online Assessment?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4465"/>
            <a:ext cx="5334000" cy="443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74465"/>
            <a:ext cx="5334000" cy="4438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Basic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7365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03140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2017365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Problem Solving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03140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7775" y="27031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Input / Output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1032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Loops &amp; Nested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5032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Conditional Statements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39033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Functions /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3033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Arrays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47034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75" y="51034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Character Manipulation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7775" y="55035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Matrix (2D Array) Traversal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27031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Sorting Arrays / Strings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31032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Custom Sorting (Comparator)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775" y="35032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Frequency Counting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5" y="39033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Simulation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2775" y="43033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Edge Case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2775" y="47034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Number Problems (Digits)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2775" y="5103465"/>
            <a:ext cx="4314825" cy="248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sz="1500" b="0" i="0" u="none" dirty="0">
                <a:solidFill>
                  <a:srgbClr val="F1F5F9"/>
                </a:solidFill>
                <a:latin typeface="Inter"/>
              </a:rPr>
              <a:t>Factors &amp; </a:t>
            </a:r>
            <a:r>
              <a:rPr sz="1500" b="0" i="0" u="none" dirty="0">
                <a:solidFill>
                  <a:srgbClr val="F1F5F9"/>
                </a:solidFill>
                <a:latin typeface="Inter"/>
              </a:rPr>
              <a:t>Prime Number </a:t>
            </a:r>
            <a:r>
              <a:rPr lang="en-IN" sz="1500" b="0" i="0" u="none" dirty="0">
                <a:solidFill>
                  <a:srgbClr val="F1F5F9"/>
                </a:solidFill>
                <a:latin typeface="Inter"/>
              </a:rPr>
              <a:t>related </a:t>
            </a:r>
            <a:r>
              <a:rPr sz="1500" b="0" i="0" u="none" dirty="0">
                <a:solidFill>
                  <a:srgbClr val="F1F5F9"/>
                </a:solidFill>
                <a:latin typeface="Inter"/>
              </a:rPr>
              <a:t>Problems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41265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41315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41365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41415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1465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41515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41565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41615"/>
            <a:ext cx="1714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741265"/>
            <a:ext cx="17145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41315"/>
            <a:ext cx="17145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541365"/>
            <a:ext cx="17145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941415"/>
            <a:ext cx="17145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341465"/>
            <a:ext cx="171450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741515"/>
            <a:ext cx="17145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14156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4602"/>
            <a:ext cx="53340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74602"/>
            <a:ext cx="5334000" cy="2838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Complexity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0583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Can you confidently...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17502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Core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03277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3117502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Optimization &amp;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3603277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47775" y="380330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Identify the Time Complexity of a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2033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Identify the Space Complexity of 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60340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Analyze Nested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50034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Analyze Recursive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80330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Compare Two Different Approaches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2033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Recognize Brute Force vs Optimized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4603402"/>
            <a:ext cx="431482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Estimate whether a solution will pass within time limits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1402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41452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41502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41552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41402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41452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641502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74490"/>
            <a:ext cx="5334000" cy="403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74490"/>
            <a:ext cx="5334000" cy="403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Arrays &amp;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Strings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7390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Arrays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03165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2217390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Strings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703165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7775" y="29031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Array Traversal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3032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Prefix 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7032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Suffix 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1033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Running Sum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5033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Rearranging Arrays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49034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In-place Modification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75" y="53034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Kadane's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29031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String Traversal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33032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Character 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37032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Palindrome 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775" y="41033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String Parsing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5" y="45033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Lexicographical Problems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41290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41340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41390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41440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41490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41540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41590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41290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1340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41390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41440"/>
            <a:ext cx="1714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54149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4515"/>
            <a:ext cx="5334000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74515"/>
            <a:ext cx="5334000" cy="363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Hashing &amp;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Two 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7415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Hashing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03190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2417415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Two Pointers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903190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7775" y="31032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HashMap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5032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HashSet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9033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Frequency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3033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Counting Occurrences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7034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Duplicate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51034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Grouping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1032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Opposite-End Pointers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35032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Fast &amp; Slow Pointers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390331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Merge-style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430336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Partitioning Techniques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41315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41365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41415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1465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41515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41565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141315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541365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941415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34146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4540"/>
            <a:ext cx="5334000" cy="3238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74540"/>
            <a:ext cx="5334000" cy="323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Sliding Window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&amp; 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17440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Sliding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03215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2617440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Sorting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3103215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47775" y="33032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Fixed-size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37032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Variable-size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1033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Longest Window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5033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Shortest Window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9034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Frequency Map inside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3032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Sorting as a 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70329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Greedy after Sorting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4103340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Custom Comparator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41340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41390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41440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41490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941540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41340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41390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4144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84052"/>
            <a:ext cx="53340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84052"/>
            <a:ext cx="5334000" cy="2838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Recursion &amp;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Backtracking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0583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Can you confidently solve...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6952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Recursion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2727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526952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Backtracking (Basic)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3012727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7775" y="32127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Write a recursive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361280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Understand the recursion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0128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Identify the base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441290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Trace recursive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2127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Generate all subsets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361280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Generate all permutations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4012852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Understand choose-explore-undo pattern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50852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50902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50952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51002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250852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50902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050952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9752"/>
            <a:ext cx="3492549" cy="3648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69752"/>
            <a:ext cx="3492549" cy="3648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69752"/>
            <a:ext cx="3492549" cy="3648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Search &amp;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Linear Structures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12652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269902"/>
            <a:ext cx="29470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EFF9A"/>
                </a:solidFill>
                <a:latin typeface="Space Grotesk"/>
              </a:rPr>
              <a:t>Binary 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08052"/>
            <a:ext cx="28067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412652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92699" y="3269902"/>
            <a:ext cx="29470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EFF9A"/>
                </a:solidFill>
                <a:latin typeface="Space Grotesk"/>
              </a:rPr>
              <a:t>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92699" y="3708052"/>
            <a:ext cx="28067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412652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70999" y="3269902"/>
            <a:ext cx="294708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EFF9A"/>
                </a:solidFill>
                <a:latin typeface="Space Grotesk"/>
              </a:rPr>
              <a:t>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70999" y="3708052"/>
            <a:ext cx="28067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425" y="2612677"/>
            <a:ext cx="2667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47775" y="390807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Classic Binary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75" y="430812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Lower Bound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470817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Upper 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75" y="510822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Binary Search on Answer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674" y="2612677"/>
            <a:ext cx="304800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6074" y="390807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Valid Parentheses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6074" y="430812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Next Greater Element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6074" y="470817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Monotonic Stack (Basic)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7686" y="2612677"/>
            <a:ext cx="333375" cy="266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04374" y="390807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Queue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4374" y="430812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BFS using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4374" y="4708177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Level Order Traversal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946177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346227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746277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146327"/>
            <a:ext cx="17145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2699" y="3946177"/>
            <a:ext cx="17145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2699" y="4346227"/>
            <a:ext cx="171450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2699" y="4746277"/>
            <a:ext cx="17145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0999" y="3946177"/>
            <a:ext cx="171450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0999" y="4346227"/>
            <a:ext cx="171450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0999" y="474627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Linked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Lists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50752"/>
            <a:ext cx="555069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EFF9A"/>
                </a:solidFill>
                <a:latin typeface="Space Grotesk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6987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Linked List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46992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Reverse Linked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86997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Fast &amp; Slow Pointer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27002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Find Middle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67007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Detect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507012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Merge Two Sorted Lists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797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8027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08077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08127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08177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0822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Trees &amp;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Graphs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664940"/>
            <a:ext cx="555069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EFF9A"/>
                </a:solidFill>
                <a:latin typeface="Space Grotesk"/>
              </a:rPr>
              <a:t>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84290"/>
            <a:ext cx="555069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EFF9A"/>
                </a:solidFill>
                <a:latin typeface="Space Grotesk"/>
              </a:rPr>
              <a:t>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223644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DFS Traversal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63649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BFS / Level Order Traversal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03654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Tree Height /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43659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Basic Binary Tree Recursion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465579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Graph Representation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505584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DFS Traversal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545589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BFS Traversal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585594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Connected Components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74540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74590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74640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74690"/>
            <a:ext cx="17145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93890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093940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493990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9404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Matrix &amp;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Grid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50752"/>
            <a:ext cx="555069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DEFF9A"/>
                </a:solidFill>
                <a:latin typeface="Space Grotesk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6987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Matrix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46992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Row &amp; Column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86997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Boundary Traversal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27002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BFS on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67007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Flood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5070127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Number of Islands Pattern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797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08027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08077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08127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08177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0822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1155"/>
            <a:ext cx="5334000" cy="3238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01155"/>
            <a:ext cx="5334000" cy="323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Dynamic Programming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(Nice to Have)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40583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Can you confidently solve...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625405"/>
            <a:ext cx="11049000" cy="895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444055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DP Fundamentals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29830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444055"/>
            <a:ext cx="488061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DEFF9A"/>
                </a:solidFill>
                <a:latin typeface="Space Grotesk"/>
              </a:rPr>
              <a:t>Common DP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2929830"/>
            <a:ext cx="4648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7775" y="312985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Recognize overlapping subproblems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352990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Recursion + Memoization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392995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Bottom-up Tabulation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433000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Space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12985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Fibonacci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352990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Climbing Stairs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392995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House Robber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2775" y="433000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Coin Change (Basic)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775" y="4730055"/>
            <a:ext cx="43148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Longest Increasing Subsequence (Basic)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167955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68005"/>
            <a:ext cx="1714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68055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68105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167955"/>
            <a:ext cx="1714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568005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968055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368105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76815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1155"/>
            <a:ext cx="3492549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101155"/>
            <a:ext cx="3492549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101155"/>
            <a:ext cx="3492549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Before You </a:t>
            </a:r>
            <a:r>
              <a:rPr sz="3600" b="1" i="0" u="none">
                <a:solidFill>
                  <a:srgbClr val="DEFF9A"/>
                </a:solidFill>
                <a:latin typeface="Space Grotesk"/>
              </a:rPr>
              <a:t>Start Coding...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405830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Ask yourself these critical questions before writing a single line of code.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44055"/>
            <a:ext cx="666750" cy="666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3301305"/>
            <a:ext cx="29470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EFF9A"/>
                </a:solidFill>
                <a:latin typeface="Space Grotesk"/>
              </a:rPr>
              <a:t>Identify the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10880"/>
            <a:ext cx="28067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444055"/>
            <a:ext cx="666750" cy="66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92699" y="3301305"/>
            <a:ext cx="29470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EFF9A"/>
                </a:solidFill>
                <a:latin typeface="Space Grotesk"/>
              </a:rPr>
              <a:t>Data 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2699" y="3710880"/>
            <a:ext cx="28067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444055"/>
            <a:ext cx="666750" cy="666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70999" y="3301305"/>
            <a:ext cx="29470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EFF9A"/>
                </a:solidFill>
                <a:latin typeface="Space Grotesk"/>
              </a:rPr>
              <a:t>Techniques &amp; Algos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70999" y="3710880"/>
            <a:ext cx="28067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087" y="2644080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47775" y="39109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Simple implementation?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431095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Is this an Array problem?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75" y="47110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Is this a String problem?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" y="511105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Is this a Grid Traversal?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7012" y="2644080"/>
            <a:ext cx="238125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6074" y="3910905"/>
            <a:ext cx="247337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Need a HashMap / HashSet?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6074" y="457765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Do I need a Stack?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6074" y="49777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Do I need a Queue / BFS?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6074" y="537775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Is this a Tree problem?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6074" y="57778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Is this a Graph problem?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7686" y="2644080"/>
            <a:ext cx="333375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04374" y="39109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Can Sorting simplify it?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4374" y="431095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Can Two Pointers solve it?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4374" y="47110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Sliding Window approach?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4374" y="511105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Can Prefix Sum help?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4374" y="5511105"/>
            <a:ext cx="247337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F1F5F9"/>
                </a:solidFill>
                <a:latin typeface="Inter"/>
              </a:rPr>
              <a:t>Can Binary Search work?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944242"/>
            <a:ext cx="114300" cy="2000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344292"/>
            <a:ext cx="114300" cy="2000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744342"/>
            <a:ext cx="114300" cy="2000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144392"/>
            <a:ext cx="114300" cy="2000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2699" y="3944242"/>
            <a:ext cx="114300" cy="2000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2699" y="4610992"/>
            <a:ext cx="114300" cy="2000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2699" y="5011042"/>
            <a:ext cx="114300" cy="2000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2699" y="5411092"/>
            <a:ext cx="114300" cy="2000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2699" y="5811142"/>
            <a:ext cx="114300" cy="2000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999" y="3944242"/>
            <a:ext cx="114300" cy="2000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999" y="4344292"/>
            <a:ext cx="114300" cy="2000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999" y="4744342"/>
            <a:ext cx="114300" cy="2000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999" y="5144392"/>
            <a:ext cx="114300" cy="2000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0999" y="5544442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496</Words>
  <Application>Microsoft Office PowerPoint</Application>
  <PresentationFormat>Widescreen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TechTraining</cp:lastModifiedBy>
  <cp:revision>8</cp:revision>
  <dcterms:created xsi:type="dcterms:W3CDTF">2013-01-27T09:14:16Z</dcterms:created>
  <dcterms:modified xsi:type="dcterms:W3CDTF">2026-07-21T17:21:07Z</dcterms:modified>
  <cp:category/>
</cp:coreProperties>
</file>